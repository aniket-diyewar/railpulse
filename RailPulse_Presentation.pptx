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645920"/>
            <a:ext cx="10698480" cy="3840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RailPulse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0A5FA"/>
                </a:solidFill>
                <a:latin typeface="Calibri"/>
              </a:defRPr>
            </a:pPr>
            <a:r>
              <a:t>Railway Intelligence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206240"/>
            <a:ext cx="3017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Real-Time Monitoring | ML Delay Prediction | Analytics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Built for Railways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Railway operators rely on manual monitoring — no unified live view</a:t>
            </a:r>
          </a:p>
          <a:p>
            <a:pPr>
              <a:spcAft>
                <a:spcPts val="6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Delay prediction is reactive, not proactive</a:t>
            </a:r>
          </a:p>
          <a:p>
            <a:pPr>
              <a:spcAft>
                <a:spcPts val="6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Historical data scattered across silos, no central analytics</a:t>
            </a:r>
          </a:p>
          <a:p>
            <a:pPr>
              <a:spcAft>
                <a:spcPts val="6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No real-time public dashboard for train performance</a:t>
            </a:r>
          </a:p>
          <a:p>
            <a:pPr>
              <a:spcAft>
                <a:spcPts val="6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Operators lack tools to identify systemic delay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3619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Calibri"/>
              </a:defRPr>
            </a:pPr>
            <a:r>
              <a:t>AI-Powered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0195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Unified live view of train statuses with real-time NTES feed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1033272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4203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Calibri"/>
              </a:defRPr>
            </a:pPr>
            <a:r>
              <a:t>ML Delay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0779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Random Forest model predicts delays with 74%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74720"/>
            <a:ext cx="1033272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478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Calibri"/>
              </a:defRPr>
            </a:pPr>
            <a:r>
              <a:t>Interactive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1363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Station, weather, peak-hour, route, and monthly trend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480560"/>
            <a:ext cx="1033272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55371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Calibri"/>
              </a:defRPr>
            </a:pPr>
            <a:r>
              <a:t>Live +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9194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Primary NTES API data with automatic simulation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86400"/>
            <a:ext cx="1033272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55955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Calibri"/>
              </a:defRPr>
            </a:pPr>
            <a:r>
              <a:t>Nagpur-Focused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92531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Zeroed in on Nagpur Junction for faster, reliable live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Python-based reactive UI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Scikit-learn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Random Forest (74% acc, 7.5 MAE)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146304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8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Data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8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Pandas, NumPy, PyArrow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8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Parquet storage, 100k+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Plotly, Folium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Interactive charts + route network 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02336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39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Real-Time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39" y="4572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NTES API (ntes-client)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5029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Live Indian Railways station feed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598" y="402336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8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Data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8" y="4572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Synthetic Generator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8" y="5029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30 stations, 46 routes, 3-year span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Live Dashboard — Nagpur Junction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Real-time train departures from Nagpur (NGP) via NTES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Calibri"/>
              </a:defRPr>
            </a:pPr>
            <a:r>
              <a:t>4 Active Trains  •  100% On-Time  •  0.0 min Avg Delay  •  0% Delayed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1033272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NGP VANDE BHARAT  #00123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47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NAGPUR → MUMBAI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🕐 19:00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ON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1033272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SEWAGRAM EXP  #12140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70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NAGPUR → CSMT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🕐 21:15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ON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846320"/>
            <a:ext cx="1033272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GITANJALI EXP  #12859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937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CSMT → HOWRAH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🕐 19:00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ON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669280"/>
            <a:ext cx="1033272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KERALA SF EXP  #12625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016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TVC → NEW DELHI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🕐 12:10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Calibri"/>
              </a:defRPr>
            </a:pPr>
            <a:r>
              <a:t>DELAYED 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🔴 LIVE  |  Updated 19:42:15  |  Data via NTES Indian Railways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ML Delay Prediction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ADE80"/>
                </a:solidFill>
                <a:latin typeface="Calibri"/>
              </a:defRPr>
            </a:pPr>
            <a:r>
              <a:t>74.6%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Classification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46304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BBF24"/>
                </a:solidFill>
                <a:latin typeface="Calibri"/>
              </a:defRPr>
            </a:pPr>
            <a:r>
              <a:t>7.5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Mean Absolute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46304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78BFA"/>
                </a:solidFill>
                <a:latin typeface="Calibri"/>
              </a:defRPr>
            </a:pPr>
            <a:r>
              <a:t>100k+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Training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Model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Algorithm: Random Forest Regressor (delay in min) + Random Forest Classifier (on-time vs delayed)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Features: hour, day_of_week, month, is_peak_hour, weather, congestion_index, distance_km, train_name, from_station, to_station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Train/Test split: 80/20 with stratified sampling for classifier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Models compressed with joblib (compress=3) — 47 MB → 13 MB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Predictor fetches trained encoders + scalers for real-time inference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Data Flow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2860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  <a:latin typeface="Calibri"/>
              </a:defRPr>
            </a:pPr>
            <a:r>
              <a:t>NTES API</a:t>
            </a:r>
            <a:br/>
            <a:r>
              <a:t>Indian Railways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2860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Calibri"/>
              </a:defRPr>
            </a:pPr>
            <a:r>
              <a:t>RailwayFetcher</a:t>
            </a:r>
            <a:br/>
            <a:r>
              <a:t>NGP Station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2860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Calibri"/>
              </a:defRPr>
            </a:pPr>
            <a:r>
              <a:t>Cache Layer</a:t>
            </a:r>
            <a:br/>
            <a:r>
              <a:t>120s TTL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2860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Streamlit UI</a:t>
            </a:r>
            <a:br/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___________________________________________________________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Fallback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NTES Unavailable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297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 RailSimulator generates time-aware synthetic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Distance Lookup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754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 Station name resolver matches NTES names to known routes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All data rendered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212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 same dashboard, FALLBACK badge shown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Analytics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94A3B8"/>
                </a:solidFill>
                <a:latin typeface="Calibri"/>
              </a:defRPr>
            </a:pPr>
            <a:r>
              <a:t>• Station Analysis: Average/max delay per station, train count breakdown</a:t>
            </a:r>
          </a:p>
          <a:p>
            <a:pPr>
              <a:spcAft>
                <a:spcPts val="600"/>
              </a:spcAft>
              <a:defRPr sz="1900">
                <a:solidFill>
                  <a:srgbClr val="94A3B8"/>
                </a:solidFill>
                <a:latin typeface="Calibri"/>
              </a:defRPr>
            </a:pPr>
            <a:r>
              <a:t>• Weather Impact: Delay rates across clear, rain, fog, and storm conditions</a:t>
            </a:r>
          </a:p>
          <a:p>
            <a:pPr>
              <a:spcAft>
                <a:spcPts val="600"/>
              </a:spcAft>
              <a:defRPr sz="1900">
                <a:solidFill>
                  <a:srgbClr val="94A3B8"/>
                </a:solidFill>
                <a:latin typeface="Calibri"/>
              </a:defRPr>
            </a:pPr>
            <a:r>
              <a:t>• Peak Hour Trends: 30% higher delays during morning (7-10) and evening (16-20) peaks</a:t>
            </a:r>
          </a:p>
          <a:p>
            <a:pPr>
              <a:spcAft>
                <a:spcPts val="600"/>
              </a:spcAft>
              <a:defRPr sz="1900">
                <a:solidFill>
                  <a:srgbClr val="94A3B8"/>
                </a:solidFill>
                <a:latin typeface="Calibri"/>
              </a:defRPr>
            </a:pPr>
            <a:r>
              <a:t>• Route Performance: Top 10 most delayed routes with delay heatmap</a:t>
            </a:r>
          </a:p>
          <a:p>
            <a:pPr>
              <a:spcAft>
                <a:spcPts val="600"/>
              </a:spcAft>
              <a:defRPr sz="1900">
                <a:solidFill>
                  <a:srgbClr val="94A3B8"/>
                </a:solidFill>
                <a:latin typeface="Calibri"/>
              </a:defRPr>
            </a:pPr>
            <a:r>
              <a:t>• Monthly Trends: Seasonal patterns — monsoon months (Jun-Sep) show 40% more delays</a:t>
            </a:r>
          </a:p>
          <a:p>
            <a:pPr>
              <a:spcAft>
                <a:spcPts val="600"/>
              </a:spcAft>
              <a:defRPr sz="1900">
                <a:solidFill>
                  <a:srgbClr val="94A3B8"/>
                </a:solidFill>
                <a:latin typeface="Calibri"/>
              </a:defRPr>
            </a:pPr>
            <a:r>
              <a:t>• Export: Download any analytics view as 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Interactive Route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Geospatial visualization of India's railway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30 Stations • 46 Routes • Color-coded by delay 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Folium map with CartoDB dark tiles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Green markers: avg delay &lt; 8 min  |  Orange markers: 8-15 min  |  Red markers: &gt; 15 min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Line thickness and color indicate route delay severity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Click any station for popup with average delay statistics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Nagpur central focus with all major route connections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Results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Calibri"/>
              </a:defRPr>
            </a:pPr>
            <a:r>
              <a:t>✦ Real-Time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Live train tracking with &lt; 15s latency from NTES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0292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Calibri"/>
              </a:defRPr>
            </a:pPr>
            <a:r>
              <a:t>✦ ML-Powered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74% accurate delay prediction with 13 feature 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0292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Calibri"/>
              </a:defRPr>
            </a:pPr>
            <a:r>
              <a:t>✦ 100k+ Records Analyzed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Comprehensive 3-year synthetic dataset with 30 stations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08960"/>
            <a:ext cx="50292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Calibri"/>
              </a:defRPr>
            </a:pPr>
            <a:r>
              <a:t>✦ Automatic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Time-aware simulation when NTES is unavailable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0292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Calibri"/>
              </a:defRPr>
            </a:pPr>
            <a:r>
              <a:t>✦ Operator-Friendly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Single-tab dashboard with search, filter, and CSV 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54880"/>
            <a:ext cx="50292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846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Calibri"/>
              </a:defRPr>
            </a:pPr>
            <a:r>
              <a:t>✦ Interactive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035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Geospatial route visualization with delay heat indicators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94A3B8"/>
                </a:solidFill>
                <a:latin typeface="Calibri"/>
              </a:defRPr>
            </a:pPr>
            <a:r>
              <a:t>• All-India Coverage: Expand from single-station (NGP) to all 8,000+ stations</a:t>
            </a:r>
          </a:p>
          <a:p>
            <a:pPr>
              <a:spcAft>
                <a:spcPts val="600"/>
              </a:spcAft>
              <a:defRPr sz="1900">
                <a:solidFill>
                  <a:srgbClr val="94A3B8"/>
                </a:solidFill>
                <a:latin typeface="Calibri"/>
              </a:defRPr>
            </a:pPr>
            <a:r>
              <a:t>• PNR Status Integration: Real-time passenger-specific train tracking</a:t>
            </a:r>
          </a:p>
          <a:p>
            <a:pPr>
              <a:spcAft>
                <a:spcPts val="600"/>
              </a:spcAft>
              <a:defRPr sz="1900">
                <a:solidFill>
                  <a:srgbClr val="94A3B8"/>
                </a:solidFill>
                <a:latin typeface="Calibri"/>
              </a:defRPr>
            </a:pPr>
            <a:r>
              <a:t>• WhatsApp / Telegram Alerts: Proactive delay notifications for passengers</a:t>
            </a:r>
          </a:p>
          <a:p>
            <a:pPr>
              <a:spcAft>
                <a:spcPts val="600"/>
              </a:spcAft>
              <a:defRPr sz="1900">
                <a:solidFill>
                  <a:srgbClr val="94A3B8"/>
                </a:solidFill>
                <a:latin typeface="Calibri"/>
              </a:defRPr>
            </a:pPr>
            <a:r>
              <a:t>• Arrival Prediction: ML-based ETA estimation using live GPS + historical patterns</a:t>
            </a:r>
          </a:p>
          <a:p>
            <a:pPr>
              <a:spcAft>
                <a:spcPts val="600"/>
              </a:spcAft>
              <a:defRPr sz="1900">
                <a:solidFill>
                  <a:srgbClr val="94A3B8"/>
                </a:solidFill>
                <a:latin typeface="Calibri"/>
              </a:defRPr>
            </a:pPr>
            <a:r>
              <a:t>• Historical Trend Dashboard: Year-over-year delay comparison and seasonal forecasting</a:t>
            </a:r>
          </a:p>
          <a:p>
            <a:pPr>
              <a:spcAft>
                <a:spcPts val="600"/>
              </a:spcAft>
              <a:defRPr sz="1900">
                <a:solidFill>
                  <a:srgbClr val="94A3B8"/>
                </a:solidFill>
                <a:latin typeface="Calibri"/>
              </a:defRPr>
            </a:pPr>
            <a:r>
              <a:t>• Multi-station View: Compare performance across regions, zones, and divisions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645920"/>
            <a:ext cx="10698480" cy="3840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0A5FA"/>
                </a:solidFill>
                <a:latin typeface="Calibri"/>
              </a:defRPr>
            </a:pPr>
            <a:r>
              <a:t>RailPulse — Railway Intelligence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840480"/>
            <a:ext cx="3017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https://github.com/aniket-diyewar/RailPulse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Built with Streamlit • Scikit-learn • Plotly • NTES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